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7"/>
  </p:notesMasterIdLst>
  <p:sldIdLst>
    <p:sldId id="256" r:id="rId2"/>
    <p:sldId id="280" r:id="rId3"/>
    <p:sldId id="283" r:id="rId4"/>
    <p:sldId id="298" r:id="rId5"/>
    <p:sldId id="284" r:id="rId6"/>
    <p:sldId id="285" r:id="rId7"/>
    <p:sldId id="286" r:id="rId8"/>
    <p:sldId id="296" r:id="rId9"/>
    <p:sldId id="297" r:id="rId10"/>
    <p:sldId id="288" r:id="rId11"/>
    <p:sldId id="289" r:id="rId12"/>
    <p:sldId id="292" r:id="rId13"/>
    <p:sldId id="293" r:id="rId14"/>
    <p:sldId id="294" r:id="rId15"/>
    <p:sldId id="29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  <p1510:client id="{A1DC1D24-4066-1E2B-30A6-F858AD933DD1}" v="72" dt="2025-12-10T19:11:39.352"/>
    <p1510:client id="{BE44F5B7-D01D-4AFE-4321-9FA1D369578E}" v="3" dt="2025-12-10T19:24:40.681"/>
    <p1510:client id="{BFEDC584-485D-D9B9-42A8-2E7902376A96}" v="136" dt="2025-12-10T19:10:0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070" autoAdjust="0"/>
  </p:normalViewPr>
  <p:slideViewPr>
    <p:cSldViewPr snapToGrid="0">
      <p:cViewPr varScale="1">
        <p:scale>
          <a:sx n="110" d="100"/>
          <a:sy n="110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для магазина клонов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Лоненков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 Артемий Евгеньевич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>
                <a:latin typeface="Times New Roman"/>
                <a:ea typeface="Arial"/>
                <a:cs typeface="Arial"/>
              </a:rPr>
              <a:t>30.03.2026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 - 25</a:t>
            </a:r>
            <a:r>
              <a:rPr lang="ru-RU" sz="1600" dirty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083137"/>
            <a:ext cx="7866036" cy="879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lvl="0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клонов</a:t>
            </a:r>
            <a:endParaRPr lang="ru-RU"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99529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клонов</a:t>
            </a:r>
            <a:r>
              <a:rPr lang="ru-RU" sz="1600" baseline="0" dirty="0">
                <a:latin typeface="Times New Roman"/>
                <a:ea typeface="Segoe UI"/>
                <a:cs typeface="Segoe UI"/>
              </a:rPr>
              <a:t>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996538" y="3786998"/>
            <a:ext cx="967146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Постановка задачи на разработку программного продукта. Анализ поставленной задачи.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Определение объектов задачи и их атрибутов. Выявление связей между объектами. Составление алгоритма решение задачи и его оптимизации.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интерфейса программного продукта на основе объектов поставленной задачи и их свойств.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Отладка программного продукта.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Тестирование программного продукта.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Оптимизация программного кода и интерфейса продукта.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Постановка задачи на разработку программного продукта. Анализ поставленной задачи.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30 марта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933489" y="2320725"/>
            <a:ext cx="9975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клонов необходимо создать программный модуль, чтобы пользователи могли просматривать каталог товаров, добавлять понравившиеся позиции в корзину и оформлять заказы. В программном модуле должно быть предусмотрено распределение ролей, чтобы администраторы могли управлять ассортиментом, пользователями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заказами.Пользователи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регистрируются в приложении, выбирают товары и оформляют заказы через корзину, после чего могут получить электронный чек с QR-кодом заказа. О пользователях необходимо хранить логин, пароль, адрес электронной почты, город оформления заказа и роль в системе.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96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690632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Определение объектов задачи и их атрибутов.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2 - 5 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3628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Проанализирована предметная область (магазин клонов);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основные сущности: пользователи, корзины, заказы, каталоги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данных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связи между таблицами;</a:t>
            </a:r>
            <a:endParaRPr lang="ru-RU" sz="1600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5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36A92F6F-732D-4223-BF8A-66ED631F7C4B}"/>
              </a:ext>
            </a:extLst>
          </p:cNvPr>
          <p:cNvSpPr/>
          <p:nvPr/>
        </p:nvSpPr>
        <p:spPr>
          <a:xfrm>
            <a:off x="7187828" y="2122896"/>
            <a:ext cx="4801252" cy="4225653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2F55C33-B84E-FCC3-2D4F-2CCE19F0F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849" y="2354492"/>
            <a:ext cx="4427210" cy="37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3: Создание интерфейса программного продукта на основе объектов поставленной задачи и их свойств.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15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430479" y="3498273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Разработан программный блок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Созданы блок кода регистрации и авторизации</a:t>
            </a:r>
            <a:r>
              <a:rPr lang="en-US" sz="1600" dirty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Созданы все необходимые страницы для работы программы</a:t>
            </a:r>
            <a:r>
              <a:rPr lang="en-US" sz="1600" dirty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Создан функционал создание </a:t>
            </a:r>
            <a:r>
              <a:rPr lang="en-US" sz="1600" dirty="0">
                <a:latin typeface="Times New Roman"/>
                <a:cs typeface="Segoe UI"/>
              </a:rPr>
              <a:t>pdf-</a:t>
            </a:r>
            <a:r>
              <a:rPr lang="ru-RU" sz="1600" dirty="0">
                <a:latin typeface="Times New Roman"/>
                <a:cs typeface="Segoe UI"/>
              </a:rPr>
              <a:t>чека.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6660077" y="3542805"/>
            <a:ext cx="5225142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6828310" y="3542805"/>
            <a:ext cx="5086598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6927273" y="3498273"/>
            <a:ext cx="5076702" cy="919401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создано и готово к тестированию.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7 - 8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314384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196218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7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6A9B6B9-6F2B-B208-2D8B-6585E1D93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374" y="1778839"/>
            <a:ext cx="2366855" cy="33003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784BB9-A695-2D96-2155-5949B1621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66" y="2816316"/>
            <a:ext cx="6120130" cy="200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7154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№3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4471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№4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1165E4-5224-1E4E-A36C-B5637248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82" y="1902778"/>
            <a:ext cx="6120130" cy="32194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215160-A9FA-8EA3-84ED-9E7654851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190" y="1602530"/>
            <a:ext cx="4339048" cy="36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7853756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4: Отладка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16 - 17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работоспособность форм ввода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</a:t>
            </a:r>
            <a:r>
              <a:rPr lang="ru-RU" sz="1600" dirty="0" err="1"/>
              <a:t>валидация</a:t>
            </a:r>
            <a:r>
              <a:rPr lang="ru-RU" sz="1600" dirty="0"/>
              <a:t> форм;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корректность функционала добавления товара в корзину;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совместимость базы данных и программы;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 приложения, выявленные ошибки устранены.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889552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5: Тестирование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20 - 22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704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для программного блока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Протестированы основные блоки кода;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регистрация и авторизация;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корзина и оформление заказа;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02155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протестировано, ошибки выявленные при тестировании устранены.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6: Оптимизация программного кода и интерфейса продукта.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23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25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Сокращено дублирование логики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Улучшено расположение элементов;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Улучшена читаемость программного блока;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и оптимизирован отклик программы;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634490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оптимизация всей программы. Улучшено взаимодействие пользователя с программой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err="1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2079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клиент-серверных информационных систем;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711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WPF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веб-интерфейсов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авторизации и ролей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веб-приложение для магазина клонов;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13</a:t>
            </a: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768406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76840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382056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38205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4907455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4954791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967916" y="1488479"/>
            <a:ext cx="1014692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было разработано полноценное приложение на WPF .Net Framework для магазина клонов.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освоены навыки проектирования, разработки и тестирования программного обеспечения.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В результате были закреплены теоретические знания и получены практические навыки разработки приложений, работы с базами данных и современными технологиями платформы .NET.</a:t>
            </a:r>
          </a:p>
          <a:p>
            <a:pPr marL="342900" indent="-342900" algn="just">
              <a:buAutoNum type="arabicPeriod"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системы, включая регистрацию, авторизацию, просмотр каталога клонов, добавление товаров в корзину, оформление заказов и генерацию электронного чека с QR-кодом.</a:t>
            </a:r>
            <a:endParaRPr lang="en-US" sz="220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5EED3-A571-AAAE-0A82-661237AE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1BA0E-6C1F-4EEF-1CDC-D7F891BCA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для магазина клонов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63462-960A-48D2-7FC1-9F261698D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Лоненков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 Артемий Евгеньевич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9B8B13-8B7D-BB9E-53BC-D634F2B9201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2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7966</TotalTime>
  <Words>710</Words>
  <Application>Microsoft Office PowerPoint</Application>
  <PresentationFormat>Широкоэкранный</PresentationFormat>
  <Paragraphs>108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веб-приложения на базе WPF .Net Framework для магазина клонов</vt:lpstr>
      <vt:lpstr>Информация о практике</vt:lpstr>
      <vt:lpstr>Цели и задачи практики</vt:lpstr>
      <vt:lpstr>Этап 1: Постановка задачи на разработку программного продукта. Анализ поставленной задачи.</vt:lpstr>
      <vt:lpstr>Этап 2: Определение объектов задачи и их атрибутов. </vt:lpstr>
      <vt:lpstr>Этап 3: Создание интерфейса программного продукта на основе объектов поставленной задачи и их свойств.</vt:lpstr>
      <vt:lpstr>Результаты этапа 3 : </vt:lpstr>
      <vt:lpstr>Результаты этапа 3 : </vt:lpstr>
      <vt:lpstr>Этап 4: Отладка программного продукта</vt:lpstr>
      <vt:lpstr>Этап 5: Тестирование программного продукта</vt:lpstr>
      <vt:lpstr>Этап 6: Оптимизация программного кода и интерфейса продукта.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веб-приложения на базе WPF .Net Framework для магазина клонов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Metra Sirunchik</cp:lastModifiedBy>
  <cp:revision>849</cp:revision>
  <dcterms:created xsi:type="dcterms:W3CDTF">2023-01-30T07:02:12Z</dcterms:created>
  <dcterms:modified xsi:type="dcterms:W3CDTF">2026-04-23T19:51:44Z</dcterms:modified>
</cp:coreProperties>
</file>